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1" r:id="rId14"/>
    <p:sldId id="272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4902" autoAdjust="0"/>
  </p:normalViewPr>
  <p:slideViewPr>
    <p:cSldViewPr snapToGrid="0" snapToObjects="1">
      <p:cViewPr varScale="1">
        <p:scale>
          <a:sx n="62" d="100"/>
          <a:sy n="62" d="100"/>
        </p:scale>
        <p:origin x="145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31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607040" y="2926080"/>
            <a:ext cx="2926080" cy="292608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Framework Core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0896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61188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1188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DbSet&lt;T&gt;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9788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640080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rápido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ORM traduce mundos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↔ tablas, atributos ↔ columnas, instancias ↔ filas. Resuelve el "impedance mismatch" entre objetos y datos relacionales.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Record vs Data Mapper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sigue el patrón Data Mapper: el DbContext es la sesión, y las entidades no saben nada de persistencia.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3667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 y Database First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Vimos que el modelo puede partir del código o de una base existente. Hoy vamos a llevar ambos flujos a la práctica con EF Core.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658368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aplicación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514600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830068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2939796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96028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111496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5221224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Tracker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077456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92924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502652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 (Provider)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58884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674352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9784080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C# que trabaja con objetos normales (POCOs).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0068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la sesión: agrupa los DbSet y coordina los cambios.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11496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qué objetos cambiaron desde que se cargaron.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92924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LINQ al dialecto SQL del motor elegido.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74352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PostgreSQL, SQLite, MySQL, etc.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822960" y="51206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la pieza central: en él se registran los DbSet&lt;T&gt; (uno por entidad) y se llama a SaveChanges() para confirmar cualquier cambio pendiente contra la base.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y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NuGet necesarios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980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Microsoft.EntityFrameworkCore.SqlServer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add package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15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Microsoft.EntityFrameworkCore.Tools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074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del proveedor cambia según el motor: .SqlServer, .Npgsql (PostgreSQL), .Sqlite, Pomelo.EntityFrameworkCore.MySql...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63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— registrar el DbContext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37960" y="2450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37960" y="27157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.AddDbContext&lt;AppDbContext&gt;(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29809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options =&gt; options.UseSqlServer(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builder.Configuration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37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.GetConnectionString("Default")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37960" y="37764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37960" y="40416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37960" y="43068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4572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appsettings.json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"ConnectionStrings": {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37960" y="51023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"Default": "Server=...;Database=..."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37960" y="53675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Modelando entidades y relaciones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POCO simples: EF Core hace el resto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Autor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399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780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020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Nombre { get; set; }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501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List&lt;Libro&gt; Libros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get; set; 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5981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221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462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4942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94233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AutorId { get; set; }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3903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Autor Autor { get; set; }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6144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87452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601968" y="175564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navegación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01968" y="205740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y Autor permiten "caminar" la relación desde cualquiera de los dos lados, en código C# normal.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283464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6" name="Text 24"/>
          <p:cNvSpPr/>
          <p:nvPr/>
        </p:nvSpPr>
        <p:spPr>
          <a:xfrm>
            <a:off x="6601968" y="271576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 explícita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301752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 es la clave foránea. Al llamarse &lt;Nombre de la navegación&gt; + Id, EF Core la detecta sola.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37947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601968" y="367588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uno a muchos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01968" y="397764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Autor tiene muchos Libros; cada Libro pertenece a un solo Autor — la relación más común en cualquier dominio.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475488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2" name="Text 30"/>
          <p:cNvSpPr/>
          <p:nvPr/>
        </p:nvSpPr>
        <p:spPr>
          <a:xfrm>
            <a:off x="6601968" y="463600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También existen otras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493776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 con una FK única, y Many-to-Many con una entidad de unión (implícita o explícita).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esencial con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13232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232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822960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new Libro {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Titulo = "Rayuela",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AutorId = 3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context.Libros.Add(libro);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19856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3584448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84448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3694176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94176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.FirstOrDefault(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94176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=&gt; l.Id == 5);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94176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94176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todos = context.Libros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94176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.ToList();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91072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455664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55664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565392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65392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65392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libro.Titulo = "Nuevo título";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65392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65392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162288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9326880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326880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3" name="Text 31"/>
          <p:cNvSpPr/>
          <p:nvPr/>
        </p:nvSpPr>
        <p:spPr>
          <a:xfrm>
            <a:off x="9436608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436608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36608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context.Libros.Remove(libro);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436608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436608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Convenciones de EF Core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puede inferir el modelo sin que le digamos 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primaria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propiedad llamada Id, o &lt;NombreClase&gt;Id (ej. LibroId).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57200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de tabla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DbSet&lt;T&gt; en el DbContext (pluralizado).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841248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columna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1248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infiere del tipo de C#: int → int, string → nvarchar(max).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3152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&lt;NombreNavegación&gt; + Id, ej. AutorId para la navegación Autor.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457200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requeridos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tipos no-nullable de C# se mapean como NOT NULL.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841248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detectan automáticamente a partir de las propiedades de navegación.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convención no alcanza para expresar una regla del negocio, entran Data Annotations o Fluent API.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 vs. Fluent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formas de ir más allá de las convenciones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sobre la propia clase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05840" y="29443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31043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32644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[Key]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342442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358444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37444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[Required, MaxLength(200)]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05840" y="39044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05840" y="40645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y legible para reglas simples, pero mezcla configuración de persistencia con la clase de dominio, y no cubre todos los casos.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922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64922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centralizada en el DbContext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949440" y="294436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modelBuilder.Entity&lt;Libro&gt;(e =&gt;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49440" y="3145536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49440" y="3346704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e.Property(l =&gt; l.Titulo)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949440" y="3547872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.IsRequired()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949440" y="3749040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.HasMaxLength(200);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49440" y="395020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665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verboso, pero con mucho más poder: relaciones complejas, índices, restricciones — y las entidades quedan limpias.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 en profundidad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configura dentro de OnModelCreating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12648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override void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8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OnModelCreating(ModelBuilder mb)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15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mb.Entity&lt;Libro&gt;(e =&gt;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72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e.ToTable("Libros");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01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e.HasKey(l =&gt; l.Id);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58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e.HasOne(l =&gt; l.Autor)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87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.WithMany(a =&gt; a.Libros)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315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.HasForeignKey(l =&gt; l.AutorId);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544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73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e.HasIndex(l =&gt; l.Titulo)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001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.IsUnique();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230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458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03720" y="187452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2" name="Text 20"/>
          <p:cNvSpPr/>
          <p:nvPr/>
        </p:nvSpPr>
        <p:spPr>
          <a:xfrm>
            <a:off x="717804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ToTable(...)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78040" y="20482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el nombre de la tabla en la base de datos.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65176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7178040" y="25511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HasKey(...)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78040" y="28254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(o redefine) la clave primaria.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03720" y="34290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8" name="Text 26"/>
          <p:cNvSpPr/>
          <p:nvPr/>
        </p:nvSpPr>
        <p:spPr>
          <a:xfrm>
            <a:off x="7178040" y="33284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HasOne / WithMany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78040" y="36027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relaciones explícitamente, en ambos sentidos.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03720" y="420624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7178040" y="41056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HasForeignKey(...)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78040" y="43799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qué propiedad actúa como clave foránea.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03720" y="4983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4" name="Text 32"/>
          <p:cNvSpPr/>
          <p:nvPr/>
        </p:nvSpPr>
        <p:spPr>
          <a:xfrm>
            <a:off x="7178040" y="48828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HasIndex(...).IsUnique()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572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índices y restricciones de unicidad.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clases en C# a un esquema de base de datos versionado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Definís las entidades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Escribís las clases POCO y, si hace falta, las configurás con Fluent API.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Generás la migración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migrations add NombreDescriptivo crea un archivo con los cambios.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Revisás el código generado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tiene métodos Up() y Down(): aplicar y revertir el cambio.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Aplicás a la 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database update ejecuta las migraciones pendientes.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49834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migrations add CrearTablaLibros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3492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database update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esquema ya existente a las clases del modelo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Partís de la base existente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hay tablas, relaciones y datos — no las creás vos.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Instalás las herramientas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.Design y del proveedor correspondiente.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Corrés el scaffolding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inspecciona el esquema y genera clases + DbContext.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Ajustás lo generado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Podés renombrar, mover archivos o completar con Fluent API.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4965192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ef dbcontext scaffold \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5202936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"Server=...;Database=Libreria;Trusted_Connection=True;" \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440680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Microsoft.EntityFrameworkCore.SqlServer \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678424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-o Models -c LibreriaContext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elegir?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guía rápida de decisión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982712" cy="502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3135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8583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nuevo (greenfield)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3135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8583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53512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85800" y="2953512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existente / legacy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3135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8583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75304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685800" y="3575304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 desarrollo controla el esquema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3135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8583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97096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85800" y="4197096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DBA administra el esquema por separado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3135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8583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818888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85800" y="4818888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versionado junto al código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3135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8583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85800" y="544068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Necesitás arrancar rápido sobre una base ya armada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3135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8583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AutoMapper: mapeando entidades a DTOs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que conecta EF Core con una API bien diseñada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</a:t>
            </a: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librería de mapeo objeto-objeto para .NET. Se usa junto con EF Core para convertir automáticamente entidades del modelo en DTOs (Data Transfer Objects), evitando escribir a mano el mismo código de asignación de propiedades una y otra vez.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5671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15671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Libro (Entity)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9991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2287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72287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AutoMapper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6607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8903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28903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LibroDto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713232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código repetitivo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asignar cada propiedad a mano, una sola línea mapea el objeto completo.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10712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3575304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Entidades y DTOs desacoplados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75304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interno puede cambiar sin romper el contrato público de la API.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72784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437376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Convención + configuración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37376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automáticamente propiedades con el mismo nombre, y permite reglas a medida para el resto.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34856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9299448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integra con LINQ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99448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ProjectTo&lt;T&gt;() traduce el mapeo a la consulta SQL, trayendo solo las columnas necesarias.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 en la práctica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registro en DI y proyección eficiente con EF Core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mapeo (Profile)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MappingProfile</a:t>
            </a:r>
            <a:endParaRPr lang="en-US" sz="970" dirty="0"/>
          </a:p>
        </p:txBody>
      </p:sp>
      <p:sp>
        <p:nvSpPr>
          <p:cNvPr id="7" name="Text 5"/>
          <p:cNvSpPr/>
          <p:nvPr/>
        </p:nvSpPr>
        <p:spPr>
          <a:xfrm>
            <a:off x="822960" y="256214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Profile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822960" y="276514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822960" y="296814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MappingProfile()</a:t>
            </a:r>
            <a:endParaRPr lang="en-US" sz="970" dirty="0"/>
          </a:p>
        </p:txBody>
      </p:sp>
      <p:sp>
        <p:nvSpPr>
          <p:cNvPr id="10" name="Text 8"/>
          <p:cNvSpPr/>
          <p:nvPr/>
        </p:nvSpPr>
        <p:spPr>
          <a:xfrm>
            <a:off x="822960" y="317113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CreateMap&lt;Libro, LibroDto&gt;();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822960" y="357713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22960" y="378013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CreateMap&lt;Autor, AutorDto&gt;()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822960" y="398312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.ForMember(d =&gt; d.CantidadLibros,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822960" y="418612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 =&gt; opt.MapFrom(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src =&gt; src.Libros.Count));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822960" y="459211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22960" y="479511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822960" y="499811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20" name="Text 18"/>
          <p:cNvSpPr/>
          <p:nvPr/>
        </p:nvSpPr>
        <p:spPr>
          <a:xfrm>
            <a:off x="822960" y="520110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Program.cs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822960" y="540410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builder.Services.AddAutoMapper(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822960" y="5607101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typeof(MappingProfile));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630936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6583680" y="201168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con inyección de dependencias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235915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LibrosController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258318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280720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AppDbContext _ctx;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03123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IMapper _mapper;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25526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347929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async Task&lt;List&lt;LibroDto&gt;&gt;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70332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GetLibros()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0" y="392734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415137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_ctx.Libros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0" y="437540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.ProjectTo&lt;LibroDto&gt;(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459943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_mapper.ConfigurationProvider)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0" y="482346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.ToListAsync();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504748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527151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8368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ProjectTo, a diferencia de Map, arma el SELECT solo con las columnas que el DTO necesita.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Buenas prácticas con EF Core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expongas entidades en tu API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Usá DTOs o records para lo que entra y sale; evita acoplar tu API al esquema interno.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57200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AsNoTracking() en solo lectura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vas a modificar los datos, evitás el overhead del change tracker.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41248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 / ThenInclude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Cargá relaciones explícitamente para evitar el problema N+1.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73152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Migraciones chicas y revisadas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152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migración por cambio lógico; siempre revisá el código Up()/Down() generado.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438912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Shape 22"/>
          <p:cNvSpPr/>
          <p:nvPr/>
        </p:nvSpPr>
        <p:spPr>
          <a:xfrm>
            <a:off x="457200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45720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Evitá EnsureCreated() en producción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útil para pruebas rápidas, pero no versiona el esquema — usá Migrate().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Shape 27"/>
          <p:cNvSpPr/>
          <p:nvPr/>
        </p:nvSpPr>
        <p:spPr>
          <a:xfrm>
            <a:off x="841248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0" name="Text 28"/>
          <p:cNvSpPr/>
          <p:nvPr/>
        </p:nvSpPr>
        <p:spPr>
          <a:xfrm>
            <a:off x="841248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Transacciones explícitas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1248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varias operaciones deben confirmarse juntas, usá una transacción manual.</a:t>
            </a:r>
            <a:endParaRPr lang="en-US" sz="9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920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el centro de todo: agrupa los DbSet&lt;T&gt; y confirma cambios con SaveChanges().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6974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convenciones resuelven la mayoría de los casos — configurá explícitamente solo cuando haga falta.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65760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4747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Annotations es rápido para reglas simples; Fluent API da control total y mantiene las entidades limpias.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4251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First versiona el esquema junto al código con migraciones; Database First parte de una base existente con scaffolding.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12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82296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50292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entre ambos depende de quién controla el esquema: el equipo de desarrollo o un DBA / sistema legacy.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1443</TotalTime>
  <Words>1907</Words>
  <Application>Microsoft Office PowerPoint</Application>
  <PresentationFormat>Panorámica</PresentationFormat>
  <Paragraphs>305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Maximiliano Medina</cp:lastModifiedBy>
  <cp:revision>4</cp:revision>
  <dcterms:created xsi:type="dcterms:W3CDTF">2026-08-17T21:49:22Z</dcterms:created>
  <dcterms:modified xsi:type="dcterms:W3CDTF">2026-08-18T21:57:37Z</dcterms:modified>
</cp:coreProperties>
</file>