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3A4668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solidFill>
            <a:srgbClr val="2430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4 · BACKEND .NET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Software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37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MVC, arquitectura en N-Capas y el patrón Repository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4663440"/>
            <a:ext cx="1426464" cy="457200"/>
          </a:xfrm>
          <a:prstGeom prst="roundRect">
            <a:avLst>
              <a:gd name="adj" fmla="val 16000"/>
            </a:avLst>
          </a:prstGeom>
          <a:solidFill>
            <a:srgbClr val="273675"/>
          </a:solidFill>
          <a:ln w="12700">
            <a:solidFill>
              <a:srgbClr val="3E4C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663440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59152" y="4663440"/>
            <a:ext cx="722376" cy="457200"/>
          </a:xfrm>
          <a:prstGeom prst="roundRect">
            <a:avLst>
              <a:gd name="adj" fmla="val 16000"/>
            </a:avLst>
          </a:prstGeom>
          <a:solidFill>
            <a:srgbClr val="273675"/>
          </a:solidFill>
          <a:ln w="12700">
            <a:solidFill>
              <a:srgbClr val="3E4C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59152" y="4663440"/>
            <a:ext cx="722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82696" y="4663440"/>
            <a:ext cx="1929384" cy="457200"/>
          </a:xfrm>
          <a:prstGeom prst="roundRect">
            <a:avLst>
              <a:gd name="adj" fmla="val 16000"/>
            </a:avLst>
          </a:prstGeom>
          <a:solidFill>
            <a:srgbClr val="273675"/>
          </a:solidFill>
          <a:ln w="12700">
            <a:solidFill>
              <a:srgbClr val="3E4C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82696" y="46634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13248" y="4663440"/>
            <a:ext cx="2834640" cy="457200"/>
          </a:xfrm>
          <a:prstGeom prst="roundRect">
            <a:avLst>
              <a:gd name="adj" fmla="val 16000"/>
            </a:avLst>
          </a:prstGeom>
          <a:solidFill>
            <a:srgbClr val="273675"/>
          </a:solidFill>
          <a:ln w="12700">
            <a:solidFill>
              <a:srgbClr val="3E4C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13248" y="4663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de Dependencias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349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vimos ↑ — hoy conectamos las piezas en una arquitectura prolija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 · PATRÓN DE DISEÑO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patrón MVC?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una aplicación en tres responsabilidades que ya venís aplicando sin nombrarlas.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3796" y="187452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C7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33956" y="2148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33956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53796" y="3108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973836" y="36118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los datos y las reglas de negocio.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clases, DTOs y entidades de EF.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055364" y="320040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402836" y="187452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C7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82996" y="21488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82996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402836" y="3108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722876" y="36118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 el usuario final.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curso: los componentes React del frontend.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804404" y="320040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151876" y="187452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C7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432036" y="21488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32036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8151876" y="3108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471916" y="36118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la request, coordina y devuelve una respuesta.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ASP.NET Controllers.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4 · Backend .NET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 · ORGANIZACIÓN DEL PROYECTO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en N-Capas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organiza la entrada/salida; las capas organizan TODO el proyecto de punta a punta.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80160" y="1965960"/>
            <a:ext cx="7680960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45920" y="207568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49631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· recibe HTTP requests, valida entrada y arma la respuesta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20640" y="3017520"/>
            <a:ext cx="0" cy="292608"/>
          </a:xfrm>
          <a:prstGeom prst="line">
            <a:avLst/>
          </a:prstGeom>
          <a:noFill/>
          <a:ln w="25400">
            <a:solidFill>
              <a:srgbClr val="9AA5C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280160" y="3310128"/>
            <a:ext cx="7680960" cy="1051560"/>
          </a:xfrm>
          <a:prstGeom prst="roundRect">
            <a:avLst>
              <a:gd name="adj" fmla="val 7826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45920" y="3419856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Negocio (Services)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8404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negocio, validaciones complejas, orquesta el trabajo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20640" y="4361688"/>
            <a:ext cx="0" cy="292608"/>
          </a:xfrm>
          <a:prstGeom prst="line">
            <a:avLst/>
          </a:prstGeom>
          <a:noFill/>
          <a:ln w="25400">
            <a:solidFill>
              <a:srgbClr val="9AA5C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280160" y="4654296"/>
            <a:ext cx="7680960" cy="1051560"/>
          </a:xfrm>
          <a:prstGeom prst="roundRect">
            <a:avLst>
              <a:gd name="adj" fmla="val 7826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645920" y="476402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a datos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51846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 + Entity Framework · lee y escribe en la base de datos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80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solo conoce a la de al lado — nunca a la que está dos escalones más abajo.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4 · Backend .NET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 · CÓMO SE COMBINAN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MVC vive dentro de la arquitectura en capas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del proyecto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06640" y="1600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 acá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C7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354580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3545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4003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23545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Controller ES la capa de presentación del lado servidor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56432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C7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753612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7536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37993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 + Datos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375361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DTOs y entidades atraviesan Negocio y Acceso a datos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55464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C7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5152644"/>
            <a:ext cx="2194560" cy="64008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515264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519836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515264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del backend: consume la API vía Axios/Fetch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4 · Backend .NET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 · PATRÓN DE DISEÑO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Patrón Repository: ¿qué problema resuelve?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que el Controller (o el Service) dependan directamente de Entity Framework.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FBEA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2194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  Sin Repository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83464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 Controller usa DbContext directamente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49300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 lógica de acceso a datos queda duplicada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415137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Testear el Controller obliga a levantar una base real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480974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Cambiar de EF a otro ORM rompe todos los Controllers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09360" y="192024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E3F1E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0" y="2194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6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Con Repository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83464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 Controller/Service depende de una interfaz (IRepository)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49300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 lógica de acceso a datos vive en un solo lugar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415137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 tests, se inyecta un Repository falso (mock)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480974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Cambiar de motor de datos afecta solo al Repository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4 · Backend .NET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 · IMPLEMENTACIÓN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en la práctica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30936" y="18745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C7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0936" y="1874520"/>
            <a:ext cx="342900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30936" y="2258568"/>
            <a:ext cx="3429000" cy="3931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1965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05256" y="21945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IProductRepository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05256" y="292608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QUÉ operaciones existen: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GetAll(), GetById(id), Add(p), Update(p), Delete(id)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922776" y="1490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inyecta →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79976" y="18745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C7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79976" y="1874520"/>
            <a:ext cx="3429000" cy="77724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</p:sp>
      <p:sp>
        <p:nvSpPr>
          <p:cNvPr id="13" name="Shape 11"/>
          <p:cNvSpPr/>
          <p:nvPr/>
        </p:nvSpPr>
        <p:spPr>
          <a:xfrm>
            <a:off x="4379976" y="2258568"/>
            <a:ext cx="3429000" cy="3931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54296" y="1965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654296" y="21945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ProductRepository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54296" y="292608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CÓMO se hacen, usando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DbContext de Entity Framework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671816" y="1490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inyecta →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29016" y="18745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C7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29016" y="1874520"/>
            <a:ext cx="3429000" cy="77724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9016" y="2258568"/>
            <a:ext cx="3429000" cy="3931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03336" y="1965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403336" y="21945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ProductsController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403336" y="292608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IProductRepository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Inyección de Dependencias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su constructor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4 · Backend .NET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2430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completo de una request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78992" y="2834640"/>
            <a:ext cx="1874520" cy="1005840"/>
          </a:xfrm>
          <a:prstGeom prst="roundRect">
            <a:avLst>
              <a:gd name="adj" fmla="val 8182"/>
            </a:avLst>
          </a:prstGeom>
          <a:solidFill>
            <a:srgbClr val="273675"/>
          </a:solidFill>
          <a:ln w="12700">
            <a:solidFill>
              <a:srgbClr val="4A58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8992" y="28346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53512" y="3337560"/>
            <a:ext cx="164592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118104" y="2834640"/>
            <a:ext cx="1874520" cy="1005840"/>
          </a:xfrm>
          <a:prstGeom prst="roundRect">
            <a:avLst>
              <a:gd name="adj" fmla="val 8182"/>
            </a:avLst>
          </a:prstGeom>
          <a:solidFill>
            <a:srgbClr val="273675"/>
          </a:solidFill>
          <a:ln w="12700">
            <a:solidFill>
              <a:srgbClr val="4A58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18104" y="28346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92624" y="3337560"/>
            <a:ext cx="164592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57216" y="2834640"/>
            <a:ext cx="1874520" cy="1005840"/>
          </a:xfrm>
          <a:prstGeom prst="roundRect">
            <a:avLst>
              <a:gd name="adj" fmla="val 8182"/>
            </a:avLst>
          </a:prstGeom>
          <a:solidFill>
            <a:srgbClr val="273675"/>
          </a:solidFill>
          <a:ln w="12700">
            <a:solidFill>
              <a:srgbClr val="4A58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57216" y="28346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31736" y="3337560"/>
            <a:ext cx="164592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196328" y="2834640"/>
            <a:ext cx="1874520" cy="1005840"/>
          </a:xfrm>
          <a:prstGeom prst="roundRect">
            <a:avLst>
              <a:gd name="adj" fmla="val 8182"/>
            </a:avLst>
          </a:prstGeom>
          <a:solidFill>
            <a:srgbClr val="273675"/>
          </a:solidFill>
          <a:ln w="12700">
            <a:solidFill>
              <a:srgbClr val="4A58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96328" y="28346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70848" y="3337560"/>
            <a:ext cx="164592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235440" y="2834640"/>
            <a:ext cx="1874520" cy="1005840"/>
          </a:xfrm>
          <a:prstGeom prst="roundRect">
            <a:avLst>
              <a:gd name="adj" fmla="val 8182"/>
            </a:avLst>
          </a:prstGeom>
          <a:solidFill>
            <a:srgbClr val="273675"/>
          </a:solidFill>
          <a:ln w="12700">
            <a:solidFill>
              <a:srgbClr val="4A58A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35440" y="283464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297680"/>
            <a:ext cx="9628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flecha es una capa que solo conoce a la siguiente. Ese aislamiento es lo que hace al proyecto testeable, mantenible y fácil de extender.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539496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 → SOLID, validación de entrada y manejo de errores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2026-09-27T22:39:47Z</dcterms:created>
  <dcterms:modified xsi:type="dcterms:W3CDTF">2026-09-27T22:39:47Z</dcterms:modified>
</cp:coreProperties>
</file>