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5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0F7992-7583-4F5C-A2AD-422B74B35AA6}" v="4" dt="2026-09-30T22:18:19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Medina" userId="0aa1e435ee1ae377" providerId="LiveId" clId="{9EBCFA65-19DA-4CE7-997E-DF822AE4E4AA}"/>
    <pc:docChg chg="undo custSel addSld delSld modSld">
      <pc:chgData name="Maximiliano Medina" userId="0aa1e435ee1ae377" providerId="LiveId" clId="{9EBCFA65-19DA-4CE7-997E-DF822AE4E4AA}" dt="2026-10-01T00:21:49.317" v="197" actId="1076"/>
      <pc:docMkLst>
        <pc:docMk/>
      </pc:docMkLst>
      <pc:sldChg chg="delSp modSp mod">
        <pc:chgData name="Maximiliano Medina" userId="0aa1e435ee1ae377" providerId="LiveId" clId="{9EBCFA65-19DA-4CE7-997E-DF822AE4E4AA}" dt="2026-09-30T22:00:52.743" v="8" actId="478"/>
        <pc:sldMkLst>
          <pc:docMk/>
          <pc:sldMk cId="0" sldId="256"/>
        </pc:sldMkLst>
        <pc:spChg chg="mod">
          <ac:chgData name="Maximiliano Medina" userId="0aa1e435ee1ae377" providerId="LiveId" clId="{9EBCFA65-19DA-4CE7-997E-DF822AE4E4AA}" dt="2026-09-30T22:00:35.720" v="5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30T22:00:44.389" v="6" actId="20577"/>
          <ac:spMkLst>
            <pc:docMk/>
            <pc:sldMk cId="0" sldId="256"/>
            <ac:spMk id="6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0:51.284" v="7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0:51.284" v="7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0:51.284" v="7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0:51.284" v="7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0:51.284" v="7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0:51.284" v="7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0:51.284" v="7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0:51.284" v="7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0:52.743" v="8" actId="478"/>
          <ac:spMkLst>
            <pc:docMk/>
            <pc:sldMk cId="0" sldId="256"/>
            <ac:spMk id="15" creationId="{00000000-0000-0000-0000-000000000000}"/>
          </ac:spMkLst>
        </pc:spChg>
      </pc:sldChg>
      <pc:sldChg chg="del">
        <pc:chgData name="Maximiliano Medina" userId="0aa1e435ee1ae377" providerId="LiveId" clId="{9EBCFA65-19DA-4CE7-997E-DF822AE4E4AA}" dt="2026-09-30T22:01:07.966" v="9" actId="47"/>
        <pc:sldMkLst>
          <pc:docMk/>
          <pc:sldMk cId="0" sldId="257"/>
        </pc:sldMkLst>
      </pc:sldChg>
      <pc:sldChg chg="del">
        <pc:chgData name="Maximiliano Medina" userId="0aa1e435ee1ae377" providerId="LiveId" clId="{9EBCFA65-19DA-4CE7-997E-DF822AE4E4AA}" dt="2026-09-30T22:01:09.939" v="10" actId="47"/>
        <pc:sldMkLst>
          <pc:docMk/>
          <pc:sldMk cId="0" sldId="258"/>
        </pc:sldMkLst>
      </pc:sldChg>
      <pc:sldChg chg="delSp mod">
        <pc:chgData name="Maximiliano Medina" userId="0aa1e435ee1ae377" providerId="LiveId" clId="{9EBCFA65-19DA-4CE7-997E-DF822AE4E4AA}" dt="2026-09-30T22:01:23.112" v="12" actId="478"/>
        <pc:sldMkLst>
          <pc:docMk/>
          <pc:sldMk cId="0" sldId="259"/>
        </pc:sldMkLst>
        <pc:spChg chg="del">
          <ac:chgData name="Maximiliano Medina" userId="0aa1e435ee1ae377" providerId="LiveId" clId="{9EBCFA65-19DA-4CE7-997E-DF822AE4E4AA}" dt="2026-09-30T22:01:15.217" v="11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1:23.112" v="12" actId="478"/>
          <ac:spMkLst>
            <pc:docMk/>
            <pc:sldMk cId="0" sldId="259"/>
            <ac:spMk id="28" creationId="{00000000-0000-0000-0000-000000000000}"/>
          </ac:spMkLst>
        </pc:spChg>
      </pc:sldChg>
      <pc:sldChg chg="addSp delSp modSp mod">
        <pc:chgData name="Maximiliano Medina" userId="0aa1e435ee1ae377" providerId="LiveId" clId="{9EBCFA65-19DA-4CE7-997E-DF822AE4E4AA}" dt="2026-10-01T00:21:49.317" v="197" actId="1076"/>
        <pc:sldMkLst>
          <pc:docMk/>
          <pc:sldMk cId="0" sldId="260"/>
        </pc:sldMkLst>
        <pc:spChg chg="del">
          <ac:chgData name="Maximiliano Medina" userId="0aa1e435ee1ae377" providerId="LiveId" clId="{9EBCFA65-19DA-4CE7-997E-DF822AE4E4AA}" dt="2026-09-30T22:01:40.270" v="16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1:27.126" v="13" actId="478"/>
          <ac:spMkLst>
            <pc:docMk/>
            <pc:sldMk cId="0" sldId="260"/>
            <ac:spMk id="8" creationId="{00000000-0000-0000-0000-000000000000}"/>
          </ac:spMkLst>
        </pc:spChg>
        <pc:spChg chg="add mod">
          <ac:chgData name="Maximiliano Medina" userId="0aa1e435ee1ae377" providerId="LiveId" clId="{9EBCFA65-19DA-4CE7-997E-DF822AE4E4AA}" dt="2026-10-01T00:21:49.317" v="197" actId="1076"/>
          <ac:spMkLst>
            <pc:docMk/>
            <pc:sldMk cId="0" sldId="260"/>
            <ac:spMk id="11" creationId="{0723AE8E-36A2-A539-41E9-5227705F6DBE}"/>
          </ac:spMkLst>
        </pc:spChg>
      </pc:sldChg>
      <pc:sldChg chg="delSp mod">
        <pc:chgData name="Maximiliano Medina" userId="0aa1e435ee1ae377" providerId="LiveId" clId="{9EBCFA65-19DA-4CE7-997E-DF822AE4E4AA}" dt="2026-09-30T22:01:35.450" v="15" actId="478"/>
        <pc:sldMkLst>
          <pc:docMk/>
          <pc:sldMk cId="0" sldId="261"/>
        </pc:sldMkLst>
        <pc:spChg chg="del">
          <ac:chgData name="Maximiliano Medina" userId="0aa1e435ee1ae377" providerId="LiveId" clId="{9EBCFA65-19DA-4CE7-997E-DF822AE4E4AA}" dt="2026-09-30T22:01:35.450" v="15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1:31.084" v="14" actId="478"/>
          <ac:spMkLst>
            <pc:docMk/>
            <pc:sldMk cId="0" sldId="261"/>
            <ac:spMk id="14" creationId="{00000000-0000-0000-0000-000000000000}"/>
          </ac:spMkLst>
        </pc:spChg>
      </pc:sldChg>
      <pc:sldChg chg="delSp modSp mod">
        <pc:chgData name="Maximiliano Medina" userId="0aa1e435ee1ae377" providerId="LiveId" clId="{9EBCFA65-19DA-4CE7-997E-DF822AE4E4AA}" dt="2026-09-30T22:02:49.701" v="80" actId="20577"/>
        <pc:sldMkLst>
          <pc:docMk/>
          <pc:sldMk cId="0" sldId="262"/>
        </pc:sldMkLst>
        <pc:spChg chg="del">
          <ac:chgData name="Maximiliano Medina" userId="0aa1e435ee1ae377" providerId="LiveId" clId="{9EBCFA65-19DA-4CE7-997E-DF822AE4E4AA}" dt="2026-09-30T22:01:48.739" v="17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30T22:01:59.625" v="33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30T21:48:11.130" v="4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30T22:02:49.701" v="80" actId="20577"/>
          <ac:spMkLst>
            <pc:docMk/>
            <pc:sldMk cId="0" sldId="262"/>
            <ac:spMk id="19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2:31.874" v="34" actId="478"/>
          <ac:spMkLst>
            <pc:docMk/>
            <pc:sldMk cId="0" sldId="262"/>
            <ac:spMk id="20" creationId="{00000000-0000-0000-0000-000000000000}"/>
          </ac:spMkLst>
        </pc:spChg>
      </pc:sldChg>
      <pc:sldChg chg="delSp modSp mod">
        <pc:chgData name="Maximiliano Medina" userId="0aa1e435ee1ae377" providerId="LiveId" clId="{9EBCFA65-19DA-4CE7-997E-DF822AE4E4AA}" dt="2026-09-30T22:07:35.431" v="113" actId="478"/>
        <pc:sldMkLst>
          <pc:docMk/>
          <pc:sldMk cId="0" sldId="264"/>
        </pc:sldMkLst>
        <pc:spChg chg="del">
          <ac:chgData name="Maximiliano Medina" userId="0aa1e435ee1ae377" providerId="LiveId" clId="{9EBCFA65-19DA-4CE7-997E-DF822AE4E4AA}" dt="2026-09-30T22:07:21.365" v="81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7:21.365" v="81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7:21.365" v="81" actId="478"/>
          <ac:spMkLst>
            <pc:docMk/>
            <pc:sldMk cId="0" sldId="264"/>
            <ac:spMk id="7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30T22:07:26.986" v="112" actId="1037"/>
          <ac:spMkLst>
            <pc:docMk/>
            <pc:sldMk cId="0" sldId="264"/>
            <ac:spMk id="8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30T22:07:26.986" v="112" actId="1037"/>
          <ac:spMkLst>
            <pc:docMk/>
            <pc:sldMk cId="0" sldId="264"/>
            <ac:spMk id="9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30T22:07:26.986" v="112" actId="103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30T22:07:26.986" v="112" actId="103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30T22:07:26.986" v="112" actId="103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30T22:07:26.986" v="112" actId="103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30T22:07:26.986" v="112" actId="103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Maximiliano Medina" userId="0aa1e435ee1ae377" providerId="LiveId" clId="{9EBCFA65-19DA-4CE7-997E-DF822AE4E4AA}" dt="2026-09-30T22:07:26.986" v="112" actId="1037"/>
          <ac:spMkLst>
            <pc:docMk/>
            <pc:sldMk cId="0" sldId="264"/>
            <ac:spMk id="15" creationId="{00000000-0000-0000-0000-000000000000}"/>
          </ac:spMkLst>
        </pc:spChg>
        <pc:spChg chg="del">
          <ac:chgData name="Maximiliano Medina" userId="0aa1e435ee1ae377" providerId="LiveId" clId="{9EBCFA65-19DA-4CE7-997E-DF822AE4E4AA}" dt="2026-09-30T22:07:35.431" v="113" actId="478"/>
          <ac:spMkLst>
            <pc:docMk/>
            <pc:sldMk cId="0" sldId="264"/>
            <ac:spMk id="17" creationId="{00000000-0000-0000-0000-000000000000}"/>
          </ac:spMkLst>
        </pc:spChg>
      </pc:sldChg>
      <pc:sldChg chg="addSp delSp modSp add mod setBg">
        <pc:chgData name="Maximiliano Medina" userId="0aa1e435ee1ae377" providerId="LiveId" clId="{9EBCFA65-19DA-4CE7-997E-DF822AE4E4AA}" dt="2026-09-30T23:16:52.147" v="192" actId="20577"/>
        <pc:sldMkLst>
          <pc:docMk/>
          <pc:sldMk cId="480486248" sldId="265"/>
        </pc:sldMkLst>
        <pc:spChg chg="mod">
          <ac:chgData name="Maximiliano Medina" userId="0aa1e435ee1ae377" providerId="LiveId" clId="{9EBCFA65-19DA-4CE7-997E-DF822AE4E4AA}" dt="2026-09-30T23:16:52.147" v="192" actId="20577"/>
          <ac:spMkLst>
            <pc:docMk/>
            <pc:sldMk cId="480486248" sldId="265"/>
            <ac:spMk id="3" creationId="{61833641-3549-41C4-C833-BFE099C19012}"/>
          </ac:spMkLst>
        </pc:spChg>
        <pc:spChg chg="del">
          <ac:chgData name="Maximiliano Medina" userId="0aa1e435ee1ae377" providerId="LiveId" clId="{9EBCFA65-19DA-4CE7-997E-DF822AE4E4AA}" dt="2026-09-30T22:15:14.376" v="115" actId="478"/>
          <ac:spMkLst>
            <pc:docMk/>
            <pc:sldMk cId="480486248" sldId="265"/>
            <ac:spMk id="4" creationId="{FC14DD83-2919-F52E-B4FF-CF9C7FA8D309}"/>
          </ac:spMkLst>
        </pc:spChg>
        <pc:spChg chg="del">
          <ac:chgData name="Maximiliano Medina" userId="0aa1e435ee1ae377" providerId="LiveId" clId="{9EBCFA65-19DA-4CE7-997E-DF822AE4E4AA}" dt="2026-09-30T22:15:14.376" v="115" actId="478"/>
          <ac:spMkLst>
            <pc:docMk/>
            <pc:sldMk cId="480486248" sldId="265"/>
            <ac:spMk id="5" creationId="{605853FF-F288-6D0F-124D-5028B3723EDC}"/>
          </ac:spMkLst>
        </pc:spChg>
        <pc:spChg chg="mod">
          <ac:chgData name="Maximiliano Medina" userId="0aa1e435ee1ae377" providerId="LiveId" clId="{9EBCFA65-19DA-4CE7-997E-DF822AE4E4AA}" dt="2026-09-30T22:16:53.297" v="135" actId="14100"/>
          <ac:spMkLst>
            <pc:docMk/>
            <pc:sldMk cId="480486248" sldId="265"/>
            <ac:spMk id="6" creationId="{CC29564B-D1CE-F6F0-1E62-17258BEE78FE}"/>
          </ac:spMkLst>
        </pc:spChg>
        <pc:spChg chg="mod">
          <ac:chgData name="Maximiliano Medina" userId="0aa1e435ee1ae377" providerId="LiveId" clId="{9EBCFA65-19DA-4CE7-997E-DF822AE4E4AA}" dt="2026-09-30T22:17:26.108" v="149" actId="20577"/>
          <ac:spMkLst>
            <pc:docMk/>
            <pc:sldMk cId="480486248" sldId="265"/>
            <ac:spMk id="7" creationId="{C608F26E-2C09-33F1-6E78-546CAD1B9538}"/>
          </ac:spMkLst>
        </pc:spChg>
        <pc:spChg chg="mod">
          <ac:chgData name="Maximiliano Medina" userId="0aa1e435ee1ae377" providerId="LiveId" clId="{9EBCFA65-19DA-4CE7-997E-DF822AE4E4AA}" dt="2026-09-30T22:19:18.924" v="161" actId="14100"/>
          <ac:spMkLst>
            <pc:docMk/>
            <pc:sldMk cId="480486248" sldId="265"/>
            <ac:spMk id="8" creationId="{E95289EF-D8FD-87AC-7C50-C36456EA8B44}"/>
          </ac:spMkLst>
        </pc:spChg>
        <pc:spChg chg="del mod">
          <ac:chgData name="Maximiliano Medina" userId="0aa1e435ee1ae377" providerId="LiveId" clId="{9EBCFA65-19DA-4CE7-997E-DF822AE4E4AA}" dt="2026-09-30T22:18:31.519" v="153" actId="478"/>
          <ac:spMkLst>
            <pc:docMk/>
            <pc:sldMk cId="480486248" sldId="265"/>
            <ac:spMk id="9" creationId="{16231491-5F04-D3AD-F13F-FE422619EC64}"/>
          </ac:spMkLst>
        </pc:spChg>
        <pc:spChg chg="del">
          <ac:chgData name="Maximiliano Medina" userId="0aa1e435ee1ae377" providerId="LiveId" clId="{9EBCFA65-19DA-4CE7-997E-DF822AE4E4AA}" dt="2026-09-30T22:16:16.052" v="127" actId="478"/>
          <ac:spMkLst>
            <pc:docMk/>
            <pc:sldMk cId="480486248" sldId="265"/>
            <ac:spMk id="10" creationId="{DCF27165-14B8-939F-692A-C563B4BADAB7}"/>
          </ac:spMkLst>
        </pc:spChg>
        <pc:spChg chg="del">
          <ac:chgData name="Maximiliano Medina" userId="0aa1e435ee1ae377" providerId="LiveId" clId="{9EBCFA65-19DA-4CE7-997E-DF822AE4E4AA}" dt="2026-09-30T22:16:16.052" v="127" actId="478"/>
          <ac:spMkLst>
            <pc:docMk/>
            <pc:sldMk cId="480486248" sldId="265"/>
            <ac:spMk id="11" creationId="{CC0FD075-2CE9-7626-15A5-E08EB8A9B0EF}"/>
          </ac:spMkLst>
        </pc:spChg>
        <pc:spChg chg="del">
          <ac:chgData name="Maximiliano Medina" userId="0aa1e435ee1ae377" providerId="LiveId" clId="{9EBCFA65-19DA-4CE7-997E-DF822AE4E4AA}" dt="2026-09-30T22:16:16.052" v="127" actId="478"/>
          <ac:spMkLst>
            <pc:docMk/>
            <pc:sldMk cId="480486248" sldId="265"/>
            <ac:spMk id="12" creationId="{D2B4CAF0-AB9E-72A7-A46A-30AFDFEB623D}"/>
          </ac:spMkLst>
        </pc:spChg>
        <pc:spChg chg="del">
          <ac:chgData name="Maximiliano Medina" userId="0aa1e435ee1ae377" providerId="LiveId" clId="{9EBCFA65-19DA-4CE7-997E-DF822AE4E4AA}" dt="2026-09-30T22:16:16.052" v="127" actId="478"/>
          <ac:spMkLst>
            <pc:docMk/>
            <pc:sldMk cId="480486248" sldId="265"/>
            <ac:spMk id="13" creationId="{0B94CF31-03BC-8B6C-15CD-23B2BD8DA8FA}"/>
          </ac:spMkLst>
        </pc:spChg>
        <pc:spChg chg="del">
          <ac:chgData name="Maximiliano Medina" userId="0aa1e435ee1ae377" providerId="LiveId" clId="{9EBCFA65-19DA-4CE7-997E-DF822AE4E4AA}" dt="2026-09-30T22:16:16.052" v="127" actId="478"/>
          <ac:spMkLst>
            <pc:docMk/>
            <pc:sldMk cId="480486248" sldId="265"/>
            <ac:spMk id="15" creationId="{8A7CFBAE-11B0-D5B3-7E4A-9EA2F8740569}"/>
          </ac:spMkLst>
        </pc:spChg>
        <pc:spChg chg="add">
          <ac:chgData name="Maximiliano Medina" userId="0aa1e435ee1ae377" providerId="LiveId" clId="{9EBCFA65-19DA-4CE7-997E-DF822AE4E4AA}" dt="2026-09-30T22:15:48" v="119"/>
          <ac:spMkLst>
            <pc:docMk/>
            <pc:sldMk cId="480486248" sldId="265"/>
            <ac:spMk id="16" creationId="{F19879AE-0984-9561-11D7-FB33C63EAEBC}"/>
          </ac:spMkLst>
        </pc:spChg>
        <pc:graphicFrameChg chg="add del mod">
          <ac:chgData name="Maximiliano Medina" userId="0aa1e435ee1ae377" providerId="LiveId" clId="{9EBCFA65-19DA-4CE7-997E-DF822AE4E4AA}" dt="2026-09-30T22:15:52.594" v="120" actId="478"/>
          <ac:graphicFrameMkLst>
            <pc:docMk/>
            <pc:sldMk cId="480486248" sldId="265"/>
            <ac:graphicFrameMk id="2" creationId="{26C8DFC5-23F2-C859-10CE-7F493C884F81}"/>
          </ac:graphicFrameMkLst>
        </pc:graphicFrameChg>
        <pc:graphicFrameChg chg="add mod modGraphic">
          <ac:chgData name="Maximiliano Medina" userId="0aa1e435ee1ae377" providerId="LiveId" clId="{9EBCFA65-19DA-4CE7-997E-DF822AE4E4AA}" dt="2026-09-30T22:20:21.474" v="165" actId="12385"/>
          <ac:graphicFrameMkLst>
            <pc:docMk/>
            <pc:sldMk cId="480486248" sldId="265"/>
            <ac:graphicFrameMk id="17" creationId="{5F89E916-64C9-EFE9-2FEC-AA3E5765A500}"/>
          </ac:graphicFrameMkLst>
        </pc:graphicFrameChg>
      </pc:sldChg>
      <pc:sldChg chg="new del">
        <pc:chgData name="Maximiliano Medina" userId="0aa1e435ee1ae377" providerId="LiveId" clId="{9EBCFA65-19DA-4CE7-997E-DF822AE4E4AA}" dt="2026-09-30T23:25:18.243" v="194" actId="680"/>
        <pc:sldMkLst>
          <pc:docMk/>
          <pc:sldMk cId="760162616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064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71FF5-62CD-C190-3EBE-FC587481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F420F-8563-EA70-7ACD-ADAA38C8A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51BCF-6212-F480-70D2-9B0320D4C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08C43-6F19-7F2F-86DA-56D2E604A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86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3A4668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24306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4 · BACKEND .NET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y Swagger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API · Documentación interactiva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JWT: un token firmado, no una sesión en el servidor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9496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539496" y="1828800"/>
            <a:ext cx="260604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539496" y="2121408"/>
            <a:ext cx="2606040" cy="3017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722376" y="19385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Login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6060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manda email + password a /api/usuarios/login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31546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74136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3374136" y="1828800"/>
            <a:ext cx="260604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3374136" y="2121408"/>
            <a:ext cx="2606040" cy="3017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3557016" y="19385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Token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57016" y="26060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server valida y devuelve un JWT firmado (no lo guarda)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1546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08776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7" name="Shape 15"/>
          <p:cNvSpPr/>
          <p:nvPr/>
        </p:nvSpPr>
        <p:spPr>
          <a:xfrm>
            <a:off x="6208776" y="1828800"/>
            <a:ext cx="260604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8" name="Shape 16"/>
          <p:cNvSpPr/>
          <p:nvPr/>
        </p:nvSpPr>
        <p:spPr>
          <a:xfrm>
            <a:off x="6208776" y="2121408"/>
            <a:ext cx="2606040" cy="3017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9" name="Text 17"/>
          <p:cNvSpPr txBox="1"/>
          <p:nvPr/>
        </p:nvSpPr>
        <p:spPr>
          <a:xfrm>
            <a:off x="6391656" y="19385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Header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91656" y="26060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lo reenvía en cada request: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{token}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315468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AB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43416" y="18288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23" name="Shape 21"/>
          <p:cNvSpPr/>
          <p:nvPr/>
        </p:nvSpPr>
        <p:spPr>
          <a:xfrm>
            <a:off x="9043416" y="1828800"/>
            <a:ext cx="2606040" cy="594360"/>
          </a:xfrm>
          <a:prstGeom prst="roundRect">
            <a:avLst>
              <a:gd name="adj" fmla="val 1538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4" name="Shape 22"/>
          <p:cNvSpPr/>
          <p:nvPr/>
        </p:nvSpPr>
        <p:spPr>
          <a:xfrm>
            <a:off x="9043416" y="2121408"/>
            <a:ext cx="2606040" cy="30175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25" name="Text 23"/>
          <p:cNvSpPr txBox="1"/>
          <p:nvPr/>
        </p:nvSpPr>
        <p:spPr>
          <a:xfrm>
            <a:off x="9226296" y="193852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Verificación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26296" y="260604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server valida la firma y los claims — sin consultar una base de sesiones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del enfoque “stateless”: el server no recuerda quién inició sesión, solo verifica que el token sea válido.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Generar el token en el Service de Usuarios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623560" cy="4480560"/>
          </a:xfrm>
          <a:prstGeom prst="roundRect">
            <a:avLst>
              <a:gd name="adj" fmla="val 1633"/>
            </a:avLst>
          </a:prstGeom>
          <a:solidFill>
            <a:srgbClr val="1216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444752"/>
            <a:ext cx="516636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[HttpPost("login")]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Task&lt;ActionResult&lt;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RespuestaAutenticacionDTO&gt;&gt; Login(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CredencialesUsuarioDTO credenciales)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usuario = await servicio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.ValidarCredenciales(credenciales);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(usuario is null)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Unauthorized();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token = servicio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.ConstruirToken(usuario);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RespuestaAutenticacionDTO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Token = token };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55080" y="128016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216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6583680" y="1444752"/>
            <a:ext cx="484632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ConstruirToken(Usuario u)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claims = new List&lt;Claim&gt;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new Claim("email", u.Email) };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llave = new SymmetricSecurityKey(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Encoding.UTF8.GetBytes(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configuration["JwtKey"]!));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creds = new SigningCredentials(llave,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SecurityAlgorithms.HmacSha256);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securityToken = new JwtSecurityToken(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claims: claims,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expires: DateTime.UtcNow.AddHours(1),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signingCredentials: creds);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JwtSecurityTokenHandler()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.WriteToken(securityToken);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723AE8E-36A2-A539-41E9-5227705F6DBE}"/>
              </a:ext>
            </a:extLst>
          </p:cNvPr>
          <p:cNvSpPr txBox="1"/>
          <p:nvPr/>
        </p:nvSpPr>
        <p:spPr>
          <a:xfrm>
            <a:off x="902737" y="593203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 err="1"/>
              <a:t>Microsoft.AspNetCore.Authentication.JwtBearer</a:t>
            </a:r>
            <a:endParaRPr lang="es-A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Proteger endpoints: [Authorize] + configuración en Program.cs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623560" cy="1920240"/>
          </a:xfrm>
          <a:prstGeom prst="roundRect">
            <a:avLst>
              <a:gd name="adj" fmla="val 3810"/>
            </a:avLst>
          </a:prstGeom>
          <a:solidFill>
            <a:srgbClr val="1216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399032"/>
            <a:ext cx="51663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[Authorize]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[HttpPost]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Task&lt;ActionResult&gt; Post(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GeneroCreacionDTO dto)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servicio.Crear(dto);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Ok();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5623560" cy="2514600"/>
          </a:xfrm>
          <a:prstGeom prst="roundRect">
            <a:avLst>
              <a:gd name="adj" fmla="val 2909"/>
            </a:avLst>
          </a:prstGeom>
          <a:solidFill>
            <a:srgbClr val="1216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777240" y="3502152"/>
            <a:ext cx="5166360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builder.Services.AddAuthentication(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JwtBearerDefaults.AuthenticationScheme)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.AddJwtBearer(opciones =&gt;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opciones.TokenValidationParameters =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TokenValidationParameters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ValidateIssuerSigningKey = true,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IssuerSigningKey =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SymmetricSecurityKey(...)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46520" y="137160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6720840" y="149047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app.UseAuthentication();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app.UseAuthorization();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 ese orden, antes de MapControllers)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278892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6720840" y="290779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[Authorize] el endpoint queda público — la protección es explícita, endpoint por endpoint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4206240"/>
            <a:ext cx="5166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3" name="Text 11"/>
          <p:cNvSpPr txBox="1"/>
          <p:nvPr/>
        </p:nvSpPr>
        <p:spPr>
          <a:xfrm>
            <a:off x="6720840" y="432511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request sin token válido a un endpoint [Authorize] recibe 401 automáticamente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774F-3619-0DF4-8E06-6F348143E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1833641-3549-41C4-C833-BFE099C19012}"/>
              </a:ext>
            </a:extLst>
          </p:cNvPr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parameters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C29564B-D1CE-F6F0-1E62-17258BEE78FE}"/>
              </a:ext>
            </a:extLst>
          </p:cNvPr>
          <p:cNvSpPr/>
          <p:nvPr/>
        </p:nvSpPr>
        <p:spPr>
          <a:xfrm>
            <a:off x="548640" y="1371600"/>
            <a:ext cx="6304444" cy="2514600"/>
          </a:xfrm>
          <a:prstGeom prst="roundRect">
            <a:avLst>
              <a:gd name="adj" fmla="val 2909"/>
            </a:avLst>
          </a:prstGeom>
          <a:solidFill>
            <a:srgbClr val="1216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08F26E-2C09-33F1-6E78-546CAD1B9538}"/>
              </a:ext>
            </a:extLst>
          </p:cNvPr>
          <p:cNvSpPr txBox="1"/>
          <p:nvPr/>
        </p:nvSpPr>
        <p:spPr>
          <a:xfrm>
            <a:off x="777239" y="1536192"/>
            <a:ext cx="7275379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250" dirty="0" err="1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TokenValidationParameters</a:t>
            </a:r>
            <a:endParaRPr lang="en-US" sz="1250" dirty="0">
              <a:solidFill>
                <a:srgbClr val="D7DEF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 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50" dirty="0" err="1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ValidateIssuerSigningKey</a:t>
            </a: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true,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50" dirty="0" err="1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IssuerSigningKey</a:t>
            </a: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</a:t>
            </a:r>
            <a:r>
              <a:rPr lang="en-US" sz="1250" dirty="0" err="1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SymmetricSecurityKey</a:t>
            </a: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(key),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50" dirty="0" err="1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ValidateIssuer</a:t>
            </a: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true,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50" dirty="0" err="1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ValidIssuer</a:t>
            </a: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r>
              <a:rPr lang="en-US" sz="1250" dirty="0" err="1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MiApi</a:t>
            </a: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50" dirty="0" err="1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ValidateAudience</a:t>
            </a: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true,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50" dirty="0" err="1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ValidAudience</a:t>
            </a: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</a:t>
            </a:r>
            <a:r>
              <a:rPr lang="en-US" sz="1250" dirty="0" err="1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MiCliente</a:t>
            </a: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250" dirty="0" err="1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ValidateLifetime</a:t>
            </a: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true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95289EF-D8FD-87AC-7C50-C36456EA8B44}"/>
              </a:ext>
            </a:extLst>
          </p:cNvPr>
          <p:cNvSpPr/>
          <p:nvPr/>
        </p:nvSpPr>
        <p:spPr>
          <a:xfrm>
            <a:off x="548639" y="4206239"/>
            <a:ext cx="6304443" cy="186798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5F89E916-64C9-EFE9-2FEC-AA3E5765A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301046"/>
              </p:ext>
            </p:extLst>
          </p:nvPr>
        </p:nvGraphicFramePr>
        <p:xfrm>
          <a:off x="761064" y="4378233"/>
          <a:ext cx="5879592" cy="15240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939796">
                  <a:extLst>
                    <a:ext uri="{9D8B030D-6E8A-4147-A177-3AD203B41FA5}">
                      <a16:colId xmlns:a16="http://schemas.microsoft.com/office/drawing/2014/main" val="1891061537"/>
                    </a:ext>
                  </a:extLst>
                </a:gridCol>
                <a:gridCol w="2939796">
                  <a:extLst>
                    <a:ext uri="{9D8B030D-6E8A-4147-A177-3AD203B41FA5}">
                      <a16:colId xmlns:a16="http://schemas.microsoft.com/office/drawing/2014/main" val="3446906506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400" dirty="0"/>
                        <a:t>Validación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400"/>
                        <a:t>¿Qué comprueba?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12726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400" dirty="0" err="1"/>
                        <a:t>ValidateIssuerSigningKey</a:t>
                      </a:r>
                      <a:endParaRPr lang="es-A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400"/>
                        <a:t>Que la firma sea válida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50723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400"/>
                        <a:t>ValidateIssuer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400" dirty="0"/>
                        <a:t>Quién emitió el token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09588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400"/>
                        <a:t>ValidateAudience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400"/>
                        <a:t>Para quién fue emitido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07407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400" dirty="0" err="1"/>
                        <a:t>ValidateLifetime</a:t>
                      </a:r>
                      <a:endParaRPr lang="es-A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AR" sz="1400" dirty="0"/>
                        <a:t>Que no esté vencido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4667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486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Swagger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7373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5C7">
                <a:alpha val="3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" name="Shape 3"/>
          <p:cNvSpPr/>
          <p:nvPr/>
        </p:nvSpPr>
        <p:spPr>
          <a:xfrm>
            <a:off x="630936" y="1737360"/>
            <a:ext cx="342900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6" name="Shape 4"/>
          <p:cNvSpPr/>
          <p:nvPr/>
        </p:nvSpPr>
        <p:spPr>
          <a:xfrm>
            <a:off x="630936" y="2029968"/>
            <a:ext cx="3429000" cy="30175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905256" y="1847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viene incluido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05256" y="2514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AddEndpointsApiExplorer() + AddSwaggerGen()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9976" y="17373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5C7">
                <a:alpha val="3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0" name="Shape 8"/>
          <p:cNvSpPr/>
          <p:nvPr/>
        </p:nvSpPr>
        <p:spPr>
          <a:xfrm>
            <a:off x="4379976" y="1737360"/>
            <a:ext cx="342900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4379976" y="2029968"/>
            <a:ext cx="3429000" cy="3017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4654296" y="1847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Comentarios XML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514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GenerateDocumentationFile en el .csproj + IncludeXmlComments para que el /// summary se vea en la UI.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9016" y="17373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5C7">
                <a:alpha val="3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5" name="Shape 13"/>
          <p:cNvSpPr/>
          <p:nvPr/>
        </p:nvSpPr>
        <p:spPr>
          <a:xfrm>
            <a:off x="8129016" y="1737360"/>
            <a:ext cx="3429000" cy="594360"/>
          </a:xfrm>
          <a:prstGeom prst="roundRect">
            <a:avLst>
              <a:gd name="adj" fmla="val 1538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6" name="Shape 14"/>
          <p:cNvSpPr/>
          <p:nvPr/>
        </p:nvSpPr>
        <p:spPr>
          <a:xfrm>
            <a:off x="8129016" y="2029968"/>
            <a:ext cx="3429000" cy="301752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17" name="Text 15"/>
          <p:cNvSpPr txBox="1"/>
          <p:nvPr/>
        </p:nvSpPr>
        <p:spPr>
          <a:xfrm>
            <a:off x="8403336" y="184708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Agrupar por tags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2514600"/>
            <a:ext cx="2880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[Tags("Géneros")] en el Controller agrupa sus endpoints en la UI — útil cuando la API crece.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00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http://localhost:{puerto}/swagger — es la </a:t>
            </a:r>
            <a:r>
              <a:rPr lang="en-US" sz="13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la </a:t>
            </a:r>
            <a:r>
              <a:rPr lang="en-US" sz="13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API.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5 · PROBAR LA API PROTEGIDA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Sumarle el botón “Authorize” a Swagger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6583680" cy="4343400"/>
          </a:xfrm>
          <a:prstGeom prst="roundRect">
            <a:avLst>
              <a:gd name="adj" fmla="val 1684"/>
            </a:avLst>
          </a:prstGeom>
          <a:solidFill>
            <a:srgbClr val="12163A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5" name="Text 3"/>
          <p:cNvSpPr txBox="1"/>
          <p:nvPr/>
        </p:nvSpPr>
        <p:spPr>
          <a:xfrm>
            <a:off x="777240" y="1444752"/>
            <a:ext cx="612648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opciones.AddSecurityDefinition("Bearer",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OpenApiSecurityScheme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= "Authorization",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 = SecuritySchemeType.ApiKey,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Scheme = "Bearer",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 = ParameterLocation.Header,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 = "Bearer {token}"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opciones.AddSecurityRequirement(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OpenApiSecurityRequirement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new OpenApiSecurityScheme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Reference = new OpenApiReference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Type = ReferenceType.SecurityScheme,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Id = "Bearer" } },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new string[] { } 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E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60920" y="1371600"/>
            <a:ext cx="4297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7" name="Text 5"/>
          <p:cNvSpPr txBox="1"/>
          <p:nvPr/>
        </p:nvSpPr>
        <p:spPr>
          <a:xfrm>
            <a:off x="7635240" y="13716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/login en Swagger, copiar el token de la respuesta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60920" y="2697480"/>
            <a:ext cx="4297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7635240" y="26974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en “Authorize” (arriba a la derecha), pegar Bearer {token}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60920" y="4023360"/>
            <a:ext cx="429768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5C7">
                <a:alpha val="30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11" name="Text 9"/>
          <p:cNvSpPr txBox="1"/>
          <p:nvPr/>
        </p:nvSpPr>
        <p:spPr>
          <a:xfrm>
            <a:off x="7635240" y="402336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Probar un endpoint [Authorize] — ya no da 401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4 · Backend .NET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24306B"/>
          </a:solidFill>
          <a:ln/>
        </p:spPr>
        <p:txBody>
          <a:bodyPr/>
          <a:lstStyle/>
          <a:p>
            <a:endParaRPr lang="es-AR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API filtrable, protegida y documentada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008133" y="2743200"/>
            <a:ext cx="2423160" cy="1005840"/>
          </a:xfrm>
          <a:prstGeom prst="roundRect">
            <a:avLst>
              <a:gd name="adj" fmla="val 8182"/>
            </a:avLst>
          </a:prstGeom>
          <a:solidFill>
            <a:srgbClr val="273675"/>
          </a:solidFill>
          <a:ln w="12700">
            <a:solidFill>
              <a:srgbClr val="4A58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Text 7"/>
          <p:cNvSpPr txBox="1"/>
          <p:nvPr/>
        </p:nvSpPr>
        <p:spPr>
          <a:xfrm>
            <a:off x="2008133" y="27432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JWT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1293" y="3246120"/>
            <a:ext cx="228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1" name="Shape 9"/>
          <p:cNvSpPr/>
          <p:nvPr/>
        </p:nvSpPr>
        <p:spPr>
          <a:xfrm>
            <a:off x="4659893" y="2743200"/>
            <a:ext cx="2423160" cy="1005840"/>
          </a:xfrm>
          <a:prstGeom prst="roundRect">
            <a:avLst>
              <a:gd name="adj" fmla="val 8182"/>
            </a:avLst>
          </a:prstGeom>
          <a:solidFill>
            <a:srgbClr val="273675"/>
          </a:solidFill>
          <a:ln w="12700">
            <a:solidFill>
              <a:srgbClr val="4A58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ext 10"/>
          <p:cNvSpPr txBox="1"/>
          <p:nvPr/>
        </p:nvSpPr>
        <p:spPr>
          <a:xfrm>
            <a:off x="4659893" y="27432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[Authorize]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3053" y="3246120"/>
            <a:ext cx="228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4" name="Shape 12"/>
          <p:cNvSpPr/>
          <p:nvPr/>
        </p:nvSpPr>
        <p:spPr>
          <a:xfrm>
            <a:off x="7311653" y="2743200"/>
            <a:ext cx="2423160" cy="1005840"/>
          </a:xfrm>
          <a:prstGeom prst="roundRect">
            <a:avLst>
              <a:gd name="adj" fmla="val 8182"/>
            </a:avLst>
          </a:prstGeom>
          <a:solidFill>
            <a:srgbClr val="273675"/>
          </a:solidFill>
          <a:ln w="12700">
            <a:solidFill>
              <a:srgbClr val="4A58A0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Text 13"/>
          <p:cNvSpPr txBox="1"/>
          <p:nvPr/>
        </p:nvSpPr>
        <p:spPr>
          <a:xfrm>
            <a:off x="7311653" y="27432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206240"/>
            <a:ext cx="9628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queda lista para mostrarse sola en Swagger antes de escribir el frontend.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787</Words>
  <Application>Microsoft Office PowerPoint</Application>
  <PresentationFormat>Panorámica</PresentationFormat>
  <Paragraphs>153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Maximiliano Medina</cp:lastModifiedBy>
  <cp:revision>1</cp:revision>
  <dcterms:created xsi:type="dcterms:W3CDTF">2026-09-30T19:32:03Z</dcterms:created>
  <dcterms:modified xsi:type="dcterms:W3CDTF">2026-10-01T00:21:54Z</dcterms:modified>
</cp:coreProperties>
</file>