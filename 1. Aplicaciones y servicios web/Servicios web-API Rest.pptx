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2" r:id="rId4"/>
    <p:sldId id="264" r:id="rId5"/>
    <p:sldId id="265" r:id="rId6"/>
    <p:sldId id="266" r:id="rId7"/>
    <p:sldId id="267" r:id="rId8"/>
    <p:sldId id="269" r:id="rId9"/>
    <p:sldId id="268" r:id="rId10"/>
    <p:sldId id="270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E16109-9303-4AB7-9DD8-0BFD378D0E00}" v="1" dt="2026-09-15T22:14:20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Medina" userId="0aa1e435ee1ae377" providerId="LiveId" clId="{9EBCFA65-19DA-4CE7-997E-DF822AE4E4AA}"/>
    <pc:docChg chg="undo custSel delSld modSld sldOrd">
      <pc:chgData name="Maximiliano Medina" userId="0aa1e435ee1ae377" providerId="LiveId" clId="{9EBCFA65-19DA-4CE7-997E-DF822AE4E4AA}" dt="2026-09-15T22:15:46.360" v="192" actId="20577"/>
      <pc:docMkLst>
        <pc:docMk/>
      </pc:docMkLst>
      <pc:sldChg chg="delSp mod">
        <pc:chgData name="Maximiliano Medina" userId="0aa1e435ee1ae377" providerId="LiveId" clId="{9EBCFA65-19DA-4CE7-997E-DF822AE4E4AA}" dt="2026-09-15T21:45:45.511" v="0" actId="478"/>
        <pc:sldMkLst>
          <pc:docMk/>
          <pc:sldMk cId="0" sldId="256"/>
        </pc:sldMkLst>
        <pc:spChg chg="del">
          <ac:chgData name="Maximiliano Medina" userId="0aa1e435ee1ae377" providerId="LiveId" clId="{9EBCFA65-19DA-4CE7-997E-DF822AE4E4AA}" dt="2026-09-15T21:45:45.511" v="0" actId="478"/>
          <ac:spMkLst>
            <pc:docMk/>
            <pc:sldMk cId="0" sldId="256"/>
            <ac:spMk id="7" creationId="{00000000-0000-0000-0000-000000000000}"/>
          </ac:spMkLst>
        </pc:spChg>
      </pc:sldChg>
      <pc:sldChg chg="del">
        <pc:chgData name="Maximiliano Medina" userId="0aa1e435ee1ae377" providerId="LiveId" clId="{9EBCFA65-19DA-4CE7-997E-DF822AE4E4AA}" dt="2026-09-15T21:47:40.187" v="6" actId="47"/>
        <pc:sldMkLst>
          <pc:docMk/>
          <pc:sldMk cId="0" sldId="257"/>
        </pc:sldMkLst>
      </pc:sldChg>
      <pc:sldChg chg="delSp del mod">
        <pc:chgData name="Maximiliano Medina" userId="0aa1e435ee1ae377" providerId="LiveId" clId="{9EBCFA65-19DA-4CE7-997E-DF822AE4E4AA}" dt="2026-09-15T21:47:33.468" v="5" actId="47"/>
        <pc:sldMkLst>
          <pc:docMk/>
          <pc:sldMk cId="0" sldId="258"/>
        </pc:sldMkLst>
        <pc:spChg chg="del">
          <ac:chgData name="Maximiliano Medina" userId="0aa1e435ee1ae377" providerId="LiveId" clId="{9EBCFA65-19DA-4CE7-997E-DF822AE4E4AA}" dt="2026-09-15T21:46:13.749" v="1" actId="478"/>
          <ac:spMkLst>
            <pc:docMk/>
            <pc:sldMk cId="0" sldId="258"/>
            <ac:spMk id="5" creationId="{00000000-0000-0000-0000-000000000000}"/>
          </ac:spMkLst>
        </pc:spChg>
      </pc:sldChg>
      <pc:sldChg chg="delSp modSp mod">
        <pc:chgData name="Maximiliano Medina" userId="0aa1e435ee1ae377" providerId="LiveId" clId="{9EBCFA65-19DA-4CE7-997E-DF822AE4E4AA}" dt="2026-09-15T22:15:46.360" v="192" actId="20577"/>
        <pc:sldMkLst>
          <pc:docMk/>
          <pc:sldMk cId="0" sldId="259"/>
        </pc:sldMkLst>
        <pc:spChg chg="mod">
          <ac:chgData name="Maximiliano Medina" userId="0aa1e435ee1ae377" providerId="LiveId" clId="{9EBCFA65-19DA-4CE7-997E-DF822AE4E4AA}" dt="2026-09-15T22:13:41.137" v="146" actId="20577"/>
          <ac:spMkLst>
            <pc:docMk/>
            <pc:sldMk cId="0" sldId="259"/>
            <ac:spMk id="3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15T22:13:46.447" v="147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15T22:13:46.447" v="147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15T22:13:46.447" v="147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15T22:13:46.447" v="147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15T22:13:46.447" v="147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15T22:13:46.447" v="147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15T22:13:46.447" v="147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15T22:13:46.447" v="147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15T22:13:46.447" v="147" actId="478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2:15:22.240" v="178" actId="14100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Maximiliano Medina" userId="0aa1e435ee1ae377" providerId="LiveId" clId="{9EBCFA65-19DA-4CE7-997E-DF822AE4E4AA}" dt="2026-09-15T22:15:09.948" v="175" actId="47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2:15:46.360" v="192" actId="20577"/>
          <ac:spMkLst>
            <pc:docMk/>
            <pc:sldMk cId="0" sldId="259"/>
            <ac:spMk id="15" creationId="{00000000-0000-0000-0000-000000000000}"/>
          </ac:spMkLst>
        </pc:spChg>
      </pc:sldChg>
      <pc:sldChg chg="modSp del mod">
        <pc:chgData name="Maximiliano Medina" userId="0aa1e435ee1ae377" providerId="LiveId" clId="{9EBCFA65-19DA-4CE7-997E-DF822AE4E4AA}" dt="2026-09-15T22:14:38.203" v="174" actId="47"/>
        <pc:sldMkLst>
          <pc:docMk/>
          <pc:sldMk cId="0" sldId="260"/>
        </pc:sldMkLst>
        <pc:spChg chg="mod">
          <ac:chgData name="Maximiliano Medina" userId="0aa1e435ee1ae377" providerId="LiveId" clId="{9EBCFA65-19DA-4CE7-997E-DF822AE4E4AA}" dt="2026-09-15T21:46:40.780" v="4" actId="20577"/>
          <ac:spMkLst>
            <pc:docMk/>
            <pc:sldMk cId="0" sldId="260"/>
            <ac:spMk id="11" creationId="{00000000-0000-0000-0000-000000000000}"/>
          </ac:spMkLst>
        </pc:spChg>
      </pc:sldChg>
      <pc:sldChg chg="del">
        <pc:chgData name="Maximiliano Medina" userId="0aa1e435ee1ae377" providerId="LiveId" clId="{9EBCFA65-19DA-4CE7-997E-DF822AE4E4AA}" dt="2026-09-15T21:47:53.244" v="7" actId="47"/>
        <pc:sldMkLst>
          <pc:docMk/>
          <pc:sldMk cId="0" sldId="261"/>
        </pc:sldMkLst>
      </pc:sldChg>
      <pc:sldChg chg="del">
        <pc:chgData name="Maximiliano Medina" userId="0aa1e435ee1ae377" providerId="LiveId" clId="{9EBCFA65-19DA-4CE7-997E-DF822AE4E4AA}" dt="2026-09-15T21:50:14.995" v="83" actId="47"/>
        <pc:sldMkLst>
          <pc:docMk/>
          <pc:sldMk cId="0" sldId="263"/>
        </pc:sldMkLst>
      </pc:sldChg>
      <pc:sldChg chg="addSp modSp mod">
        <pc:chgData name="Maximiliano Medina" userId="0aa1e435ee1ae377" providerId="LiveId" clId="{9EBCFA65-19DA-4CE7-997E-DF822AE4E4AA}" dt="2026-09-15T21:50:01.195" v="82" actId="1037"/>
        <pc:sldMkLst>
          <pc:docMk/>
          <pc:sldMk cId="0" sldId="264"/>
        </pc:sldMkLst>
        <pc:spChg chg="mod">
          <ac:chgData name="Maximiliano Medina" userId="0aa1e435ee1ae377" providerId="LiveId" clId="{9EBCFA65-19DA-4CE7-997E-DF822AE4E4AA}" dt="2026-09-15T21:49:24.080" v="38" actId="1035"/>
          <ac:spMkLst>
            <pc:docMk/>
            <pc:sldMk cId="0" sldId="264"/>
            <ac:spMk id="5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49:50.960" v="65" actId="1037"/>
          <ac:spMkLst>
            <pc:docMk/>
            <pc:sldMk cId="0" sldId="264"/>
            <ac:spMk id="7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0:01.195" v="82" actId="1037"/>
          <ac:spMkLst>
            <pc:docMk/>
            <pc:sldMk cId="0" sldId="264"/>
            <ac:spMk id="8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49:24.080" v="38" actId="1035"/>
          <ac:spMkLst>
            <pc:docMk/>
            <pc:sldMk cId="0" sldId="264"/>
            <ac:spMk id="9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49:24.080" v="38" actId="103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49:50.960" v="65" actId="103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0:01.195" v="82" actId="103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49:50.960" v="65" actId="103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0:01.195" v="82" actId="103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49:24.080" v="38" actId="1035"/>
          <ac:spMkLst>
            <pc:docMk/>
            <pc:sldMk cId="0" sldId="264"/>
            <ac:spMk id="17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49:50.960" v="65" actId="103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0:01.195" v="82" actId="103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49:24.080" v="38" actId="1035"/>
          <ac:spMkLst>
            <pc:docMk/>
            <pc:sldMk cId="0" sldId="264"/>
            <ac:spMk id="21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49:50.960" v="65" actId="1037"/>
          <ac:spMkLst>
            <pc:docMk/>
            <pc:sldMk cId="0" sldId="264"/>
            <ac:spMk id="23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0:01.195" v="82" actId="1037"/>
          <ac:spMkLst>
            <pc:docMk/>
            <pc:sldMk cId="0" sldId="264"/>
            <ac:spMk id="24" creationId="{00000000-0000-0000-0000-000000000000}"/>
          </ac:spMkLst>
        </pc:spChg>
        <pc:spChg chg="add mod">
          <ac:chgData name="Maximiliano Medina" userId="0aa1e435ee1ae377" providerId="LiveId" clId="{9EBCFA65-19DA-4CE7-997E-DF822AE4E4AA}" dt="2026-09-15T21:49:11.202" v="17" actId="1076"/>
          <ac:spMkLst>
            <pc:docMk/>
            <pc:sldMk cId="0" sldId="264"/>
            <ac:spMk id="27" creationId="{7B0CA244-6FF6-3D6E-08A8-2F59CB94C0D1}"/>
          </ac:spMkLst>
        </pc:spChg>
      </pc:sldChg>
      <pc:sldChg chg="modSp mod">
        <pc:chgData name="Maximiliano Medina" userId="0aa1e435ee1ae377" providerId="LiveId" clId="{9EBCFA65-19DA-4CE7-997E-DF822AE4E4AA}" dt="2026-09-15T21:51:23.609" v="96" actId="1037"/>
        <pc:sldMkLst>
          <pc:docMk/>
          <pc:sldMk cId="0" sldId="266"/>
        </pc:sldMkLst>
        <pc:spChg chg="mod">
          <ac:chgData name="Maximiliano Medina" userId="0aa1e435ee1ae377" providerId="LiveId" clId="{9EBCFA65-19DA-4CE7-997E-DF822AE4E4AA}" dt="2026-09-15T21:51:10.657" v="85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1:23.609" v="96" actId="1037"/>
          <ac:spMkLst>
            <pc:docMk/>
            <pc:sldMk cId="0" sldId="266"/>
            <ac:spMk id="7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1:23.609" v="96" actId="103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1:23.609" v="96" actId="103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1:23.609" v="96" actId="1037"/>
          <ac:spMkLst>
            <pc:docMk/>
            <pc:sldMk cId="0" sldId="266"/>
            <ac:spMk id="19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1:23.609" v="96" actId="1037"/>
          <ac:spMkLst>
            <pc:docMk/>
            <pc:sldMk cId="0" sldId="266"/>
            <ac:spMk id="23" creationId="{00000000-0000-0000-0000-000000000000}"/>
          </ac:spMkLst>
        </pc:spChg>
      </pc:sldChg>
      <pc:sldChg chg="modSp mod ord">
        <pc:chgData name="Maximiliano Medina" userId="0aa1e435ee1ae377" providerId="LiveId" clId="{9EBCFA65-19DA-4CE7-997E-DF822AE4E4AA}" dt="2026-09-15T21:53:05.543" v="116"/>
        <pc:sldMkLst>
          <pc:docMk/>
          <pc:sldMk cId="0" sldId="269"/>
        </pc:sldMkLst>
        <pc:spChg chg="mod">
          <ac:chgData name="Maximiliano Medina" userId="0aa1e435ee1ae377" providerId="LiveId" clId="{9EBCFA65-19DA-4CE7-997E-DF822AE4E4AA}" dt="2026-09-15T21:52:05.580" v="112" actId="1037"/>
          <ac:spMkLst>
            <pc:docMk/>
            <pc:sldMk cId="0" sldId="269"/>
            <ac:spMk id="7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2:05.580" v="112" actId="1037"/>
          <ac:spMkLst>
            <pc:docMk/>
            <pc:sldMk cId="0" sldId="269"/>
            <ac:spMk id="8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2:05.580" v="112" actId="103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2:05.580" v="112" actId="103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2:05.580" v="112" actId="103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2:05.580" v="112" actId="103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2:05.580" v="112" actId="103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2:05.580" v="112" actId="1037"/>
          <ac:spMkLst>
            <pc:docMk/>
            <pc:sldMk cId="0" sldId="269"/>
            <ac:spMk id="20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2:05.580" v="112" actId="1037"/>
          <ac:spMkLst>
            <pc:docMk/>
            <pc:sldMk cId="0" sldId="269"/>
            <ac:spMk id="23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15T21:52:05.580" v="112" actId="1037"/>
          <ac:spMkLst>
            <pc:docMk/>
            <pc:sldMk cId="0" sldId="269"/>
            <ac:spMk id="24" creationId="{00000000-0000-0000-0000-000000000000}"/>
          </ac:spMkLst>
        </pc:spChg>
      </pc:sldChg>
      <pc:sldChg chg="delSp mod">
        <pc:chgData name="Maximiliano Medina" userId="0aa1e435ee1ae377" providerId="LiveId" clId="{9EBCFA65-19DA-4CE7-997E-DF822AE4E4AA}" dt="2026-09-15T21:52:44.807" v="113" actId="478"/>
        <pc:sldMkLst>
          <pc:docMk/>
          <pc:sldMk cId="0" sldId="270"/>
        </pc:sldMkLst>
        <pc:spChg chg="del">
          <ac:chgData name="Maximiliano Medina" userId="0aa1e435ee1ae377" providerId="LiveId" clId="{9EBCFA65-19DA-4CE7-997E-DF822AE4E4AA}" dt="2026-09-15T21:52:44.807" v="113" actId="478"/>
          <ac:spMkLst>
            <pc:docMk/>
            <pc:sldMk cId="0" sldId="270"/>
            <ac:spMk id="2" creationId="{00000000-0000-0000-0000-000000000000}"/>
          </ac:spMkLst>
        </pc:spChg>
      </pc:sldChg>
      <pc:sldChg chg="del">
        <pc:chgData name="Maximiliano Medina" userId="0aa1e435ee1ae377" providerId="LiveId" clId="{9EBCFA65-19DA-4CE7-997E-DF822AE4E4AA}" dt="2026-09-15T21:52:49.405" v="114" actId="47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82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463040"/>
            <a:ext cx="4754880" cy="4754880"/>
          </a:xfrm>
          <a:prstGeom prst="ellipse">
            <a:avLst/>
          </a:prstGeom>
          <a:solidFill>
            <a:srgbClr val="2E3A7D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-1280160" y="4846320"/>
            <a:ext cx="3657600" cy="3657600"/>
          </a:xfrm>
          <a:prstGeom prst="ellipse">
            <a:avLst/>
          </a:prstGeom>
          <a:solidFill>
            <a:srgbClr val="2E3A7D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11274552" y="5394960"/>
            <a:ext cx="2011680" cy="2011680"/>
          </a:xfrm>
          <a:prstGeom prst="ellipse">
            <a:avLst/>
          </a:prstGeom>
          <a:solidFill>
            <a:srgbClr val="CADCFC">
              <a:alpha val="2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4 · 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Web y API REST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109728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</a:t>
            </a: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web – API Rest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12648" y="1563624"/>
            <a:ext cx="10908792" cy="3549552"/>
          </a:xfrm>
          <a:prstGeom prst="roundRect">
            <a:avLst>
              <a:gd name="adj" fmla="val 3922"/>
            </a:avLst>
          </a:prstGeom>
          <a:solidFill>
            <a:srgbClr val="F6F7FC"/>
          </a:solidFill>
          <a:ln w="12700">
            <a:solidFill>
              <a:srgbClr val="D8DD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68680" y="2130552"/>
            <a:ext cx="1039672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web expone funcionalidad de una aplicación para que otra la consuma a través de la red, sin conocer su código interno.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(navegador, app móvil, otro backend) inicia la comunicación; el servidor la atiende y responde.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</a:t>
            </a:r>
            <a:r>
              <a:rPr lang="en-US" sz="160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 React consume una API, están actuando como cliente de un servicio web.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 que hace posible esta conversación en la web es HTTP.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API REST no es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conjunto de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usar HTTP de forma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JSON)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en-US" sz="16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protocol HTTP.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 vs REST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12802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976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100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75688"/>
            <a:ext cx="10908792" cy="10973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datos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359152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7B4FE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297680" y="23591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XML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2359152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8001000" y="23591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XML, texto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98648"/>
            <a:ext cx="10908792" cy="7315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640080" y="299008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10896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E0483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4297680" y="31089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HTTP/SMTP definido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310896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8001000" y="31089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HTTP directamente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7315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640080" y="373989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3858768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7B4FE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297680" y="38587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WSDL obligatorio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3858768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8001000" y="38587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contrato rígido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398264"/>
            <a:ext cx="10908792" cy="7315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40080" y="448970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7680" y="4608576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E0483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4297680" y="46085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muy estructurado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01000" y="4608576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8001000" y="46085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Liviano y flexible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5148072"/>
            <a:ext cx="10908792" cy="7315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640080" y="523951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 hoy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97680" y="5358384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4297680" y="53583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legados / bancos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01000" y="5358384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8001000" y="53583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web y móviles modernas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 REST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12802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2127885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40080" y="2127885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3005" y="1967865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Cliente-Servidor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8065" y="1967865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 separadas: la interfaz y el almacenamiento de datos evolucionan de forma independiente.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96565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40080" y="2996565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3005" y="2836545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 (Stateless)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8065" y="2836545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contiene toda la información necesaria; el servidor no guarda sesión del cliente.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65245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40080" y="3865245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3005" y="3705225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identificables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8065" y="3705225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modela como un recurso, accesible mediante una URI única (ej. /api/productos/5).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33925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40080" y="4733925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3005" y="4573905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uniforme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8065" y="4573905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interactúa con los recursos siempre de la misma manera, usando los verbos HTTP estándar.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602605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640080" y="5602605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3005" y="5442585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8065" y="5442585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respuestas pueden marcarse como cacheables para mejorar rendimiento.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B0CA244-6FF6-3D6E-08A8-2F59CB94C0D1}"/>
              </a:ext>
            </a:extLst>
          </p:cNvPr>
          <p:cNvSpPr txBox="1"/>
          <p:nvPr/>
        </p:nvSpPr>
        <p:spPr>
          <a:xfrm>
            <a:off x="563880" y="1441223"/>
            <a:ext cx="1088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no es un </a:t>
            </a:r>
            <a:r>
              <a:rPr lang="en-US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r>
              <a:rPr lang="en-US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</a:t>
            </a:r>
            <a:r>
              <a:rPr lang="en-US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r>
              <a:rPr lang="en-US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arquitectónico</a:t>
            </a:r>
            <a:r>
              <a:rPr lang="en-US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 conjunto de </a:t>
            </a:r>
            <a:r>
              <a:rPr lang="en-US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</a:t>
            </a:r>
            <a:r>
              <a:rPr lang="en-US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r>
              <a:rPr lang="en-US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r>
              <a:rPr lang="en-US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URIs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12802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6263640" cy="3017520"/>
          </a:xfrm>
          <a:prstGeom prst="roundRect">
            <a:avLst>
              <a:gd name="adj" fmla="val 2121"/>
            </a:avLst>
          </a:prstGeom>
          <a:solidFill>
            <a:srgbClr val="F1F2F8"/>
          </a:solidFill>
          <a:ln w="12700">
            <a:solidFill>
              <a:srgbClr val="D2D6E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14400" y="1801368"/>
            <a:ext cx="5715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/api/productos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04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/api/productos/5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/api/productos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/api/productos/5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/api/productos/5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600200"/>
            <a:ext cx="4462272" cy="3017520"/>
          </a:xfrm>
          <a:prstGeom prst="roundRect">
            <a:avLst>
              <a:gd name="adj" fmla="val 3030"/>
            </a:avLst>
          </a:prstGeom>
          <a:solidFill>
            <a:srgbClr val="F6F7FC"/>
          </a:solidFill>
          <a:ln w="12700">
            <a:solidFill>
              <a:srgbClr val="D8DD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342632" y="1801368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42632" y="2167128"/>
            <a:ext cx="395020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recurso es "algo" con lo que se puede interactuar: un producto, un usuario, un pedido.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nombra con sustantivos en plural, nunca con verbos: /productos, no /obtenerProductos.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endpoint (/api/productos/5) cambia de comportamiento según el verbo HTTP usado.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Verbos HTTP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12802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30780" y="1716405"/>
            <a:ext cx="9052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uno o varios recursos. No modifica datos.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51176"/>
            <a:ext cx="10908792" cy="7315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40080" y="27157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30780" y="2557653"/>
            <a:ext cx="9052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nuevo recurso.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10908792" cy="7315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7B4FE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40080" y="355701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30780" y="3398901"/>
            <a:ext cx="9052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(reemplazar) un recurso existente por completo.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10908792" cy="7315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7B4FE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40080" y="439826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430780" y="4240149"/>
            <a:ext cx="9052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parcialmente un recurso existente.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0908792" cy="7315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640080" y="5239512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E0483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640080" y="52395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30780" y="5081397"/>
            <a:ext cx="9052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un recurso.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Códigos de estado HTTP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12802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F6F7FC"/>
          </a:solidFill>
          <a:ln w="12700">
            <a:solidFill>
              <a:srgbClr val="D8DD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914400" y="20345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914400" y="20345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31720" y="17373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 · 201 Created · 204 No Content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90088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F6F7FC"/>
          </a:solidFill>
          <a:ln w="12700">
            <a:solidFill>
              <a:srgbClr val="D8DD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914400" y="328726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914400" y="32872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31720" y="299008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990088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301 Moved Permanently · 304 Not Modified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42816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F6F7FC"/>
          </a:solidFill>
          <a:ln w="12700">
            <a:solidFill>
              <a:srgbClr val="D8DD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914400" y="4539996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7B4FE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914400" y="45399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31720" y="424281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del cliente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4242816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Bad Request · 401 Unauthorized · 404 Not Found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95544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F6F7FC"/>
          </a:solidFill>
          <a:ln w="12700">
            <a:solidFill>
              <a:srgbClr val="D8DD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914400" y="5792724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0483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914400" y="579272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31720" y="5495544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del servidor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5495544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Internal Server Error · 503 Service Unavailable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 una petición REST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12802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40080" y="1810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8730" y="1642110"/>
            <a:ext cx="3291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arma la petición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97730" y="1642110"/>
            <a:ext cx="67665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método, URI, headers y body (si aplica).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68730" y="2538222"/>
            <a:ext cx="3291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Viaja por la 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7730" y="2538222"/>
            <a:ext cx="67665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petición llega al servidor vía HTTP/HTTPS.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0273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40080" y="36027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68730" y="3434334"/>
            <a:ext cx="3291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la enruta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7730" y="3434334"/>
            <a:ext cx="67665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decide qué controlador/acción la atiende.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49884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40080" y="44988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68730" y="4330446"/>
            <a:ext cx="3291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procesa la lógica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97730" y="4330446"/>
            <a:ext cx="67665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valida, se consulta la base de datos, se aplican reglas de negocio.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39496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640080" y="5394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68730" y="5226558"/>
            <a:ext cx="32918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devuelve la respuesta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97730" y="5226558"/>
            <a:ext cx="67665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estado + body (normalmente JSON) vuelven al cliente.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JSON: el idioma común de las APIs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12802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6263640" cy="3017520"/>
          </a:xfrm>
          <a:prstGeom prst="roundRect">
            <a:avLst>
              <a:gd name="adj" fmla="val 2121"/>
            </a:avLst>
          </a:prstGeom>
          <a:solidFill>
            <a:srgbClr val="F1F2F8"/>
          </a:solidFill>
          <a:ln w="12700">
            <a:solidFill>
              <a:srgbClr val="D2D6E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14400" y="1801368"/>
            <a:ext cx="5715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5,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04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"nombre": "Mouse inalámbrico",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"precio": 4500.00,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"enStock": true,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"categoria":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2,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"nombre": "Periféricos"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600200"/>
            <a:ext cx="4462272" cy="3017520"/>
          </a:xfrm>
          <a:prstGeom prst="roundRect">
            <a:avLst>
              <a:gd name="adj" fmla="val 3030"/>
            </a:avLst>
          </a:prstGeom>
          <a:solidFill>
            <a:srgbClr val="F6F7FC"/>
          </a:solidFill>
          <a:ln w="12700">
            <a:solidFill>
              <a:srgbClr val="D8DD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342632" y="1801368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JSON?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42632" y="2167128"/>
            <a:ext cx="395020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Object Notation: liviano, fácil de leer y de generar desde casi cualquier lenguaje.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arma con pares clave-valor, arrays y objetos anidados.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formato que van a ver constantemente en el body de requests y responses de una API REST.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al diseñar una API REST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12802"/>
          </a:xfrm>
          <a:prstGeom prst="rect">
            <a:avLst/>
          </a:prstGeom>
          <a:solidFill>
            <a:srgbClr val="D8DDF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2834640"/>
          </a:xfrm>
          <a:prstGeom prst="roundRect">
            <a:avLst>
              <a:gd name="adj" fmla="val 3226"/>
            </a:avLst>
          </a:prstGeom>
          <a:solidFill>
            <a:srgbClr val="F6F7FC"/>
          </a:solidFill>
          <a:ln w="12700">
            <a:solidFill>
              <a:srgbClr val="D8DD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96112" y="1892808"/>
            <a:ext cx="1039672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los recursos con sustantivos en plural: /clientes, /pedidos.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verbo HTTP correcto para cada acción, nunca forzar todo a GET o POST.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el código de estado que realmente representa el resultado.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la API (ej. /api/v1/...) para no romper clientes existentes.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HTTPS y autenticación (tokens) para proteger los endpoints.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Paginar las colecciones grandes en lugar de devolver todo de una vez.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832</Words>
  <Application>Microsoft Office PowerPoint</Application>
  <PresentationFormat>Panorámica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Maximiliano Medina</cp:lastModifiedBy>
  <cp:revision>1</cp:revision>
  <dcterms:created xsi:type="dcterms:W3CDTF">2026-09-15T21:43:57Z</dcterms:created>
  <dcterms:modified xsi:type="dcterms:W3CDTF">2026-09-15T22:15:50Z</dcterms:modified>
</cp:coreProperties>
</file>